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  <p:sldId id="267" r:id="rId13"/>
    <p:sldId id="268" r:id="rId14"/>
    <p:sldId id="269" r:id="rId15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4" d="100"/>
          <a:sy n="34" d="100"/>
        </p:scale>
        <p:origin x="-2196" y="-11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8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9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54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1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94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83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3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0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9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3F315-0368-4DE0-8EA9-19E5245A988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CCC7A-CB6A-4404-B830-D53F5FEBC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2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4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060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0287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014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073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70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20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4836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24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2964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1756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9096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5147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3352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286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Letter Paper (8.5x11 in)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</cp:revision>
  <dcterms:created xsi:type="dcterms:W3CDTF">2026-05-12T00:47:11Z</dcterms:created>
  <dcterms:modified xsi:type="dcterms:W3CDTF">2026-05-12T01:00:54Z</dcterms:modified>
</cp:coreProperties>
</file>